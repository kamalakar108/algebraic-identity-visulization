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357616" cy="148681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7616" cy="14868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7616" cy="14868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7616" cy="148681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7616" cy="14868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7616" cy="14868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7616" cy="14868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57616" cy="14868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